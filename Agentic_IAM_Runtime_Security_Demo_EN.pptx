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This is a working lab (minikube) that shows how an AI agent can be given its own identity, act on behalf of a user, and be governed at every hop — all without modifying the agent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risk. Agents call tools and touch data. Today most run with a shared key or the user's own session, so identity, authorisation and audit all break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building blocks. The key idea is that none of them live inside the agent: they are platform services, so they apply uniformly and cannot be bypassed by a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row is the request path; bottom row is what each hop leans on. Vault is also the certificate authority for the mesh in the local lab. Postgres sits behind Vault and user-mcp.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steps. Emphasise that the agent never holds a database password and never decides its own permissions.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personas: user/user for list, writer/writer plus the CIBA approval page on :8082 for create. Update is silent in this lab; only create and delete need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separation is the point: the gateway never owns the rules, and OPA never touches traffic. The prompt-injection guardrail is only effective when OPA is reachable; the Lua filter on ai-agent is not applied by make deploy.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framing: lower blast radius, audit-ready evidence, and faster adoption because app teams do not have to build security into each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it live next to the web app at :8080. It follows kubectl logs and streams to the browser, so every click produces visible policy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of the security test notebook executed on 19 Sep 2026: 17 of 20 cases pass, 3 are N/A and none failed. Be upfront about the N/A cases: the demo realm has no MFA at login (LoA 2 is the CIBA step-up), there is no LoA 3, and certificate expiry is shown as control evidence (Vault is the Connect CA). Two footnotes if asked: the expired-JWT case was denied by signature verification rather than an expiry error, and after CIBA approval the create_user call reached user-mcp but was rejected by email validation on the reserved example.test domain, so no user was created in that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C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IAM RUNTIME SECURITY LAB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Securing AI agents at runtime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identity, delegated access and policy enforcement — without changing the agent.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0"/>
            <a:ext cx="1243584" cy="411480"/>
          </a:xfrm>
          <a:prstGeom prst="roundRect">
            <a:avLst>
              <a:gd name="adj" fmla="val 48889"/>
            </a:avLst>
          </a:prstGeom>
          <a:solidFill>
            <a:srgbClr val="10151C"/>
          </a:solidFill>
          <a:ln w="15875">
            <a:solidFill>
              <a:srgbClr val="FFCF2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5486400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75104" y="5486400"/>
            <a:ext cx="886968" cy="411480"/>
          </a:xfrm>
          <a:prstGeom prst="roundRect">
            <a:avLst>
              <a:gd name="adj" fmla="val 48889"/>
            </a:avLst>
          </a:prstGeom>
          <a:solidFill>
            <a:srgbClr val="10151C"/>
          </a:solidFill>
          <a:ln w="15875">
            <a:solidFill>
              <a:srgbClr val="FFCF2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75104" y="5486400"/>
            <a:ext cx="886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44952" y="5486400"/>
            <a:ext cx="1005840" cy="411480"/>
          </a:xfrm>
          <a:prstGeom prst="roundRect">
            <a:avLst>
              <a:gd name="adj" fmla="val 48889"/>
            </a:avLst>
          </a:prstGeom>
          <a:solidFill>
            <a:srgbClr val="10151C"/>
          </a:solidFill>
          <a:ln w="15875">
            <a:solidFill>
              <a:srgbClr val="FFCF2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44952" y="54864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33672" y="5486400"/>
            <a:ext cx="1124712" cy="411480"/>
          </a:xfrm>
          <a:prstGeom prst="roundRect">
            <a:avLst>
              <a:gd name="adj" fmla="val 48889"/>
            </a:avLst>
          </a:prstGeom>
          <a:solidFill>
            <a:srgbClr val="10151C"/>
          </a:solidFill>
          <a:ln w="15875">
            <a:solidFill>
              <a:srgbClr val="FFCF2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33672" y="5486400"/>
            <a:ext cx="1124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41264" y="5486400"/>
            <a:ext cx="649224" cy="411480"/>
          </a:xfrm>
          <a:prstGeom prst="roundRect">
            <a:avLst>
              <a:gd name="adj" fmla="val 48889"/>
            </a:avLst>
          </a:prstGeom>
          <a:solidFill>
            <a:srgbClr val="10151C"/>
          </a:solidFill>
          <a:ln w="15875">
            <a:solidFill>
              <a:srgbClr val="FFCF2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41264" y="5486400"/>
            <a:ext cx="64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1463040"/>
            <a:ext cx="3383280" cy="338328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2240280"/>
            <a:ext cx="164592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act with real power — on borrowed identity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44824" cy="3429000"/>
          </a:xfrm>
          <a:prstGeom prst="roundRect">
            <a:avLst>
              <a:gd name="adj" fmla="val 32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731520" cy="73152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574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8892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the agent?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37560"/>
            <a:ext cx="2996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API keys or a borrowed user session. Nobody can say which agent did what.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22064" y="1600200"/>
            <a:ext cx="3544824" cy="3429000"/>
          </a:xfrm>
          <a:prstGeom prst="roundRect">
            <a:avLst>
              <a:gd name="adj" fmla="val 32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96384" y="1874520"/>
            <a:ext cx="731520" cy="73152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9264" y="20574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96384" y="278892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it do?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596384" y="3337560"/>
            <a:ext cx="2996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prompt-injected or over-eager agent can call any tool its credentials allow — from reading PII to deleting users.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095488" y="1600200"/>
            <a:ext cx="3544824" cy="3429000"/>
          </a:xfrm>
          <a:prstGeom prst="roundRect">
            <a:avLst>
              <a:gd name="adj" fmla="val 32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69808" y="1874520"/>
            <a:ext cx="731520" cy="73152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2688" y="20574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9808" y="278892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you prove it?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369808" y="3337560"/>
            <a:ext cx="2996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are scattered across apps. There is no single trail from the user's click to the database query.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548640" y="5303520"/>
            <a:ext cx="11091672" cy="822960"/>
          </a:xfrm>
          <a:prstGeom prst="roundRect">
            <a:avLst>
              <a:gd name="adj" fmla="val 13333"/>
            </a:avLst>
          </a:prstGeom>
          <a:solidFill>
            <a:srgbClr val="10151C"/>
          </a:solidFill>
          <a:ln w="12700">
            <a:solidFill>
              <a:srgbClr val="10151C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914400" y="530352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F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becomes the weakest link in your IAM model.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approach: enforce outside the agent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1468" cy="3703320"/>
          </a:xfrm>
          <a:prstGeom prst="roundRect">
            <a:avLst>
              <a:gd name="adj" fmla="val 421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731520" cy="73152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574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8892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00400"/>
            <a:ext cx="20528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· Vault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611880"/>
            <a:ext cx="20528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sign in with Keycloak. Each agent workload gets its own non-human OIDC identity from Vault.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78708" y="1600200"/>
            <a:ext cx="2601468" cy="3703320"/>
          </a:xfrm>
          <a:prstGeom prst="roundRect">
            <a:avLst>
              <a:gd name="adj" fmla="val 421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3028" y="1874520"/>
            <a:ext cx="731520" cy="73152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20574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3028" y="278892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3653028" y="3200400"/>
            <a:ext cx="20528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653028" y="3611880"/>
            <a:ext cx="20528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on the way in, mTLS with SPIFFE identities between services. Only named workloads talk.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208776" y="1600200"/>
            <a:ext cx="2601468" cy="3703320"/>
          </a:xfrm>
          <a:prstGeom prst="roundRect">
            <a:avLst>
              <a:gd name="adj" fmla="val 421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83096" y="1874520"/>
            <a:ext cx="731520" cy="73152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76" y="20574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83096" y="278892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6483096" y="3200400"/>
            <a:ext cx="20528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· OPA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483096" y="3611880"/>
            <a:ext cx="20528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intercepts every AI and tool call (PEP). OPA decides (PDP): catalog, scopes, human approval.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9038844" y="1600200"/>
            <a:ext cx="2601468" cy="3703320"/>
          </a:xfrm>
          <a:prstGeom prst="roundRect">
            <a:avLst>
              <a:gd name="adj" fmla="val 421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313164" y="1874520"/>
            <a:ext cx="731520" cy="73152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6044" y="205740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13164" y="278892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</a:t>
            </a:r>
            <a:endParaRPr lang="en-US" sz="2200" dirty="0"/>
          </a:p>
        </p:txBody>
      </p:sp>
      <p:sp>
        <p:nvSpPr>
          <p:cNvPr id="26" name="Text 20"/>
          <p:cNvSpPr txBox="1"/>
          <p:nvPr/>
        </p:nvSpPr>
        <p:spPr>
          <a:xfrm>
            <a:off x="9313164" y="3200400"/>
            <a:ext cx="20528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9313164" y="3611880"/>
            <a:ext cx="20528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Per-request database credentials and PII masking. Nothing long-lived to steal.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55778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agent code. Different guarantees.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pieces fit together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4526280"/>
          </a:xfrm>
          <a:prstGeom prst="roundRect">
            <a:avLst>
              <a:gd name="adj" fmla="val 3030"/>
            </a:avLst>
          </a:prstGeom>
          <a:solidFill>
            <a:srgbClr val="F2F4F6"/>
          </a:solidFill>
          <a:ln w="15875">
            <a:solidFill>
              <a:srgbClr val="0F8B8D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 service mesh — mTLS and SPIFFE identity on every hop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2327148" cy="1143000"/>
          </a:xfrm>
          <a:prstGeom prst="roundRect">
            <a:avLst>
              <a:gd name="adj" fmla="val 8000"/>
            </a:avLst>
          </a:prstGeom>
          <a:solidFill>
            <a:srgbClr val="10151C"/>
          </a:solidFill>
          <a:ln w="12700">
            <a:solidFill>
              <a:srgbClr val="10151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194560"/>
            <a:ext cx="20528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</a:t>
            </a:r>
            <a:endParaRPr lang="en-US" sz="19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signs in; streams the chat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186684" y="2766060"/>
            <a:ext cx="338328" cy="0"/>
          </a:xfrm>
          <a:prstGeom prst="line">
            <a:avLst/>
          </a:prstGeom>
          <a:noFill/>
          <a:ln w="25400">
            <a:solidFill>
              <a:srgbClr val="10151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986534" y="3337560"/>
            <a:ext cx="0" cy="1097280"/>
          </a:xfrm>
          <a:prstGeom prst="line">
            <a:avLst/>
          </a:prstGeom>
          <a:noFill/>
          <a:ln w="19050">
            <a:solidFill>
              <a:srgbClr val="0F8B8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822960" y="4434840"/>
            <a:ext cx="232714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F8B8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434840"/>
            <a:ext cx="20528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Keycloak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on-behalf-of exchange, CIBA approval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561588" y="2194560"/>
            <a:ext cx="2327148" cy="1143000"/>
          </a:xfrm>
          <a:prstGeom prst="roundRect">
            <a:avLst>
              <a:gd name="adj" fmla="val 8000"/>
            </a:avLst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98748" y="2194560"/>
            <a:ext cx="20528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LiteLLM</a:t>
            </a:r>
            <a:endParaRPr lang="en-US" sz="1900" dirty="0"/>
          </a:p>
          <a:p>
            <a:pPr indent="0" marL="0">
              <a:buNone/>
            </a:pPr>
            <a:r>
              <a:rPr lang="en-US" sz="130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· PEP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25312" y="2766060"/>
            <a:ext cx="338328" cy="0"/>
          </a:xfrm>
          <a:prstGeom prst="line">
            <a:avLst/>
          </a:prstGeom>
          <a:noFill/>
          <a:ln w="25400">
            <a:solidFill>
              <a:srgbClr val="10151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725162" y="3337560"/>
            <a:ext cx="0" cy="1097280"/>
          </a:xfrm>
          <a:prstGeom prst="line">
            <a:avLst/>
          </a:prstGeom>
          <a:noFill/>
          <a:ln w="19050">
            <a:solidFill>
              <a:srgbClr val="0F8B8D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561588" y="4434840"/>
            <a:ext cx="232714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F8B8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98748" y="4434840"/>
            <a:ext cx="20528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OPA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PDP: tool catalog, scopes, step-up rules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300216" y="2194560"/>
            <a:ext cx="2327148" cy="1143000"/>
          </a:xfrm>
          <a:prstGeom prst="roundRect">
            <a:avLst>
              <a:gd name="adj" fmla="val 8000"/>
            </a:avLst>
          </a:prstGeom>
          <a:solidFill>
            <a:srgbClr val="10151C"/>
          </a:solidFill>
          <a:ln w="12700">
            <a:solidFill>
              <a:srgbClr val="10151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37376" y="2194560"/>
            <a:ext cx="20528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</a:t>
            </a:r>
            <a:endParaRPr lang="en-US" sz="19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Orchestrates, picks the tool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8663940" y="2766060"/>
            <a:ext cx="338328" cy="0"/>
          </a:xfrm>
          <a:prstGeom prst="line">
            <a:avLst/>
          </a:prstGeom>
          <a:noFill/>
          <a:ln w="25400">
            <a:solidFill>
              <a:srgbClr val="10151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63790" y="3337560"/>
            <a:ext cx="0" cy="1097280"/>
          </a:xfrm>
          <a:prstGeom prst="line">
            <a:avLst/>
          </a:prstGeom>
          <a:noFill/>
          <a:ln w="19050">
            <a:solidFill>
              <a:srgbClr val="0F8B8D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300216" y="4434840"/>
            <a:ext cx="232714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F8B8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37376" y="4434840"/>
            <a:ext cx="20528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token-exchange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+ agent identity → scoped JWT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9038844" y="2194560"/>
            <a:ext cx="2327148" cy="1143000"/>
          </a:xfrm>
          <a:prstGeom prst="roundRect">
            <a:avLst>
              <a:gd name="adj" fmla="val 8000"/>
            </a:avLst>
          </a:prstGeom>
          <a:solidFill>
            <a:srgbClr val="10151C"/>
          </a:solidFill>
          <a:ln w="12700">
            <a:solidFill>
              <a:srgbClr val="10151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76004" y="2194560"/>
            <a:ext cx="20528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user-mcp</a:t>
            </a:r>
            <a:endParaRPr lang="en-US" sz="19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tool (SQL)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10202418" y="3337560"/>
            <a:ext cx="0" cy="1097280"/>
          </a:xfrm>
          <a:prstGeom prst="line">
            <a:avLst/>
          </a:prstGeom>
          <a:noFill/>
          <a:ln w="19050">
            <a:solidFill>
              <a:srgbClr val="0F8B8D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9038844" y="4434840"/>
            <a:ext cx="232714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F8B8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76004" y="4434840"/>
            <a:ext cx="20528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Vault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identity, Postgres creds, PII masking, mesh CA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 one request: “list users”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94360" cy="59436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00200"/>
            <a:ext cx="44942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signs in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authenticates the user; Consul's API gateway terminates TLS at :8080.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063240"/>
            <a:ext cx="44942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known workloads get in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admits the mesh identities web and ai-agent (SPIFFE) and rejects everyone else.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594360" cy="59436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572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526280"/>
            <a:ext cx="44942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gets a delegated token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token-exchange swaps the user's JWT plus the agent's Vault-issued identity for a short-lived, scoped token (RFC 8693).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323076" y="1645920"/>
            <a:ext cx="594360" cy="59436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23076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146036" y="1600200"/>
            <a:ext cx="44942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tool call is decided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validates the JWT and asks OPA: is the tool in the catalog, are the scopes right, is approval needed?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323076" y="3108960"/>
            <a:ext cx="594360" cy="59436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23076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146036" y="3063240"/>
            <a:ext cx="44942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are minted per request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user-mcp asks Vault for Postgres credentials valid for this call only; PII is masked unless the caller is admin.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323076" y="4572000"/>
            <a:ext cx="594360" cy="59436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23076" y="4572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146036" y="4526280"/>
            <a:ext cx="44942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up and trace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lease is revoked, the answer returns to the browser, and every hop is logged under one request_id.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agent, four different outcomes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1468" cy="4434840"/>
          </a:xfrm>
          <a:prstGeom prst="roundRect">
            <a:avLst>
              <a:gd name="adj" fmla="val 421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731520" cy="731520"/>
          </a:xfrm>
          <a:prstGeom prst="ellipse">
            <a:avLst/>
          </a:prstGeom>
          <a:solidFill>
            <a:srgbClr val="10151C"/>
          </a:solidFill>
          <a:ln w="12700">
            <a:solidFill>
              <a:srgbClr val="10151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574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88920"/>
            <a:ext cx="20528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Reader asks: list users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11880"/>
            <a:ext cx="20528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carries users.read and the catalog allows the tool.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5257800"/>
            <a:ext cx="2052828" cy="502920"/>
          </a:xfrm>
          <a:prstGeom prst="roundRect">
            <a:avLst>
              <a:gd name="adj" fmla="val 49091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5257800"/>
            <a:ext cx="2052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· PII masked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78708" y="1600200"/>
            <a:ext cx="2601468" cy="4434840"/>
          </a:xfrm>
          <a:prstGeom prst="roundRect">
            <a:avLst>
              <a:gd name="adj" fmla="val 421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3028" y="1874520"/>
            <a:ext cx="731520" cy="731520"/>
          </a:xfrm>
          <a:prstGeom prst="ellipse">
            <a:avLst/>
          </a:prstGeom>
          <a:solidFill>
            <a:srgbClr val="10151C"/>
          </a:solidFill>
          <a:ln w="12700">
            <a:solidFill>
              <a:srgbClr val="10151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20574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53028" y="2788920"/>
            <a:ext cx="20528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asks: list users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3653028" y="3611880"/>
            <a:ext cx="20528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is in the admin group, so the Vault Transform masking is skipped.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3653028" y="5257800"/>
            <a:ext cx="2052828" cy="502920"/>
          </a:xfrm>
          <a:prstGeom prst="roundRect">
            <a:avLst>
              <a:gd name="adj" fmla="val 49091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653028" y="5257800"/>
            <a:ext cx="2052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· PII in clear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208776" y="1600200"/>
            <a:ext cx="2601468" cy="4434840"/>
          </a:xfrm>
          <a:prstGeom prst="roundRect">
            <a:avLst>
              <a:gd name="adj" fmla="val 421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83096" y="1874520"/>
            <a:ext cx="731520" cy="731520"/>
          </a:xfrm>
          <a:prstGeom prst="ellipse">
            <a:avLst/>
          </a:prstGeom>
          <a:solidFill>
            <a:srgbClr val="10151C"/>
          </a:solidFill>
          <a:ln w="12700">
            <a:solidFill>
              <a:srgbClr val="10151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76" y="205740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83096" y="2788920"/>
            <a:ext cx="20528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Writer asks: create user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6483096" y="3611880"/>
            <a:ext cx="20528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 marks create_user for step-up. A human approves through Keycloak CIBA.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483096" y="5257800"/>
            <a:ext cx="2052828" cy="502920"/>
          </a:xfrm>
          <a:prstGeom prst="roundRect">
            <a:avLst>
              <a:gd name="adj" fmla="val 49091"/>
            </a:avLst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483096" y="5257800"/>
            <a:ext cx="2052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STEP-UP · human approves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9038844" y="1600200"/>
            <a:ext cx="2601468" cy="4434840"/>
          </a:xfrm>
          <a:prstGeom prst="roundRect">
            <a:avLst>
              <a:gd name="adj" fmla="val 421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313164" y="1874520"/>
            <a:ext cx="731520" cy="731520"/>
          </a:xfrm>
          <a:prstGeom prst="ellipse">
            <a:avLst/>
          </a:prstGeom>
          <a:solidFill>
            <a:srgbClr val="10151C"/>
          </a:solidFill>
          <a:ln w="12700">
            <a:solidFill>
              <a:srgbClr val="10151C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6044" y="205740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313164" y="2788920"/>
            <a:ext cx="20528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Anything off-catalog</a:t>
            </a:r>
            <a:endParaRPr lang="en-US" sz="2000" dirty="0"/>
          </a:p>
        </p:txBody>
      </p:sp>
      <p:sp>
        <p:nvSpPr>
          <p:cNvPr id="29" name="Text 23"/>
          <p:cNvSpPr txBox="1"/>
          <p:nvPr/>
        </p:nvSpPr>
        <p:spPr>
          <a:xfrm>
            <a:off x="9313164" y="3611880"/>
            <a:ext cx="20528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tool or missing scope: the call never reaches user-mcp or the database.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9313164" y="5257800"/>
            <a:ext cx="2052828" cy="502920"/>
          </a:xfrm>
          <a:prstGeom prst="roundRect">
            <a:avLst>
              <a:gd name="adj" fmla="val 49091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9313164" y="5257800"/>
            <a:ext cx="2052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decision: one enforcer, one policy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44824" cy="594360"/>
          </a:xfrm>
          <a:prstGeom prst="roundRect">
            <a:avLst>
              <a:gd name="adj" fmla="val 15385"/>
            </a:avLst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3179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PEP  </a:t>
            </a:r>
            <a:pPr indent="0" marL="0">
              <a:buNone/>
            </a:pPr>
            <a:r>
              <a:rPr lang="en-US" sz="140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intercepts the hop and enforces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322064" y="1463040"/>
            <a:ext cx="3544824" cy="594360"/>
          </a:xfrm>
          <a:prstGeom prst="roundRect">
            <a:avLst>
              <a:gd name="adj" fmla="val 15385"/>
            </a:avLst>
          </a:prstGeom>
          <a:solidFill>
            <a:srgbClr val="10151C"/>
          </a:solidFill>
          <a:ln w="12700">
            <a:solidFill>
              <a:srgbClr val="10151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04944" y="1463040"/>
            <a:ext cx="3179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PDP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the decision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095488" y="1463040"/>
            <a:ext cx="3544824" cy="594360"/>
          </a:xfrm>
          <a:prstGeom prst="roundRect">
            <a:avLst>
              <a:gd name="adj" fmla="val 1538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78368" y="1463040"/>
            <a:ext cx="3179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 </a:t>
            </a:r>
            <a:pPr indent="0" marL="0">
              <a:buNone/>
            </a:pPr>
            <a:r>
              <a:rPr lang="en-US" sz="140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after the decision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9167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3566160"/>
                <a:gridCol w="414223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Enforced by (PEP)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Decided by (PDP / policy)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1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may talk to whom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Envoy sidecar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 Service Intentions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Admission to the AI gateway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LiteLLM (SPIFFE auth)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SPIFFE allow-list: web, ai-agent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tool, which scope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LiteLLM tools/call hook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OPA mcp.pep + Vault KV catalog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approval (step-up)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LiteLLM polls Keycloak CIBA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OPA ciba_tools rule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access and PII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user-mcp + Vault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Vault policies + Transform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injection (optional)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LiteLLM content guardrail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15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OPA via opa-gov-api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44824" cy="2148840"/>
          </a:xfrm>
          <a:prstGeom prst="roundRect">
            <a:avLst>
              <a:gd name="adj" fmla="val 5106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73352"/>
            <a:ext cx="594360" cy="59436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821942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73352"/>
            <a:ext cx="2310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unique identity per agent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2996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workload gets its own non-human identity from Vault. No shared API keys.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22064" y="1417320"/>
            <a:ext cx="3544824" cy="2148840"/>
          </a:xfrm>
          <a:prstGeom prst="roundRect">
            <a:avLst>
              <a:gd name="adj" fmla="val 5106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96384" y="1673352"/>
            <a:ext cx="594360" cy="59436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974" y="1821942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27904" y="1673352"/>
            <a:ext cx="2310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Delegated, not borrowed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96384" y="2423160"/>
            <a:ext cx="2996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On-behalf-of tokens (RFC 8693) carry the user's rights, one audience, short life.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95488" y="1417320"/>
            <a:ext cx="3544824" cy="2148840"/>
          </a:xfrm>
          <a:prstGeom prst="roundRect">
            <a:avLst>
              <a:gd name="adj" fmla="val 5106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69808" y="1673352"/>
            <a:ext cx="594360" cy="59436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398" y="1821942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01328" y="1673352"/>
            <a:ext cx="2310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agent code changes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69808" y="2423160"/>
            <a:ext cx="2996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live in the mesh, gateway and Vault, so the agent app stays as it is.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3544824" cy="2148840"/>
          </a:xfrm>
          <a:prstGeom prst="roundRect">
            <a:avLst>
              <a:gd name="adj" fmla="val 5106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4050792"/>
            <a:ext cx="594360" cy="59436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4199382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050792"/>
            <a:ext cx="2310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 privilege on every call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4800600"/>
            <a:ext cx="2996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and scopes are checked per tools/call; risky actions need a human.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322064" y="3794760"/>
            <a:ext cx="3544824" cy="2148840"/>
          </a:xfrm>
          <a:prstGeom prst="roundRect">
            <a:avLst>
              <a:gd name="adj" fmla="val 5106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96384" y="4050792"/>
            <a:ext cx="594360" cy="59436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4974" y="4199382"/>
            <a:ext cx="297180" cy="2971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27904" y="4050792"/>
            <a:ext cx="2310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that expire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4596384" y="4800600"/>
            <a:ext cx="2996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Per-request Postgres credentials, leases revoked, PII masked by default.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8095488" y="3794760"/>
            <a:ext cx="3544824" cy="2148840"/>
          </a:xfrm>
          <a:prstGeom prst="roundRect">
            <a:avLst>
              <a:gd name="adj" fmla="val 5106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69808" y="4050792"/>
            <a:ext cx="594360" cy="59436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8398" y="4199382"/>
            <a:ext cx="297180" cy="2971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01328" y="4050792"/>
            <a:ext cx="2310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as data, fully traced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8369808" y="4800600"/>
            <a:ext cx="2996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and Rego live in Vault and hot-reload. Every hop is logged by request_id.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Proof, not promises: the hop viewer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673352"/>
            <a:ext cx="457200" cy="45720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/ hops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hop with its PEP enforce and PDP policy.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862072"/>
            <a:ext cx="457200" cy="45720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83464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per request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events correlated by request_id.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4050792"/>
            <a:ext cx="457200" cy="457200"/>
          </a:xfrm>
          <a:prstGeom prst="ellipse">
            <a:avLst/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02336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Vault / OBO audit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mint, database creds, Transform, decisions.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349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hop-logs → http://127.0.0.1:8753/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1600200"/>
            <a:ext cx="5696712" cy="4526280"/>
          </a:xfrm>
          <a:prstGeom prst="roundRect">
            <a:avLst>
              <a:gd name="adj" fmla="val 2424"/>
            </a:avLst>
          </a:prstGeom>
          <a:solidFill>
            <a:srgbClr val="10151C"/>
          </a:solidFill>
          <a:ln w="12700">
            <a:solidFill>
              <a:srgbClr val="10151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783080"/>
            <a:ext cx="1624584" cy="365760"/>
          </a:xfrm>
          <a:prstGeom prst="rect">
            <a:avLst/>
          </a:prstGeom>
          <a:solidFill>
            <a:srgbClr val="FFCF2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/ hops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933944" y="1783080"/>
            <a:ext cx="1624584" cy="365760"/>
          </a:xfrm>
          <a:prstGeom prst="rect">
            <a:avLst/>
          </a:prstGeom>
          <a:solidFill>
            <a:srgbClr val="1C24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per request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649968" y="1783080"/>
            <a:ext cx="1624584" cy="365760"/>
          </a:xfrm>
          <a:prstGeom prst="rect">
            <a:avLst/>
          </a:prstGeom>
          <a:solidFill>
            <a:srgbClr val="1C24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/ OBO audit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2423160"/>
            <a:ext cx="5148072" cy="512064"/>
          </a:xfrm>
          <a:prstGeom prst="roundRect">
            <a:avLst>
              <a:gd name="adj" fmla="val 10714"/>
            </a:avLst>
          </a:prstGeom>
          <a:solidFill>
            <a:srgbClr val="1C2430"/>
          </a:solidFill>
          <a:ln w="12700">
            <a:solidFill>
              <a:srgbClr val="1C243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2423160"/>
            <a:ext cx="4873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F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pdp_decision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tool=list_all_users decision=allow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3044952"/>
            <a:ext cx="5148072" cy="512064"/>
          </a:xfrm>
          <a:prstGeom prst="roundRect">
            <a:avLst>
              <a:gd name="adj" fmla="val 10714"/>
            </a:avLst>
          </a:prstGeom>
          <a:solidFill>
            <a:srgbClr val="1C2430"/>
          </a:solidFill>
          <a:ln w="12700">
            <a:solidFill>
              <a:srgbClr val="1C24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3044952"/>
            <a:ext cx="4873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F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jwt_identity_bound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sub=user aud=user-mcp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3666744"/>
            <a:ext cx="5148072" cy="512064"/>
          </a:xfrm>
          <a:prstGeom prst="roundRect">
            <a:avLst>
              <a:gd name="adj" fmla="val 10714"/>
            </a:avLst>
          </a:prstGeom>
          <a:solidFill>
            <a:srgbClr val="1C2430"/>
          </a:solidFill>
          <a:ln w="12700">
            <a:solidFill>
              <a:srgbClr val="1C243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3666744"/>
            <a:ext cx="4873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F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vault_db_creds_issued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role=user-mcp-read-role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4288536"/>
            <a:ext cx="5148072" cy="512064"/>
          </a:xfrm>
          <a:prstGeom prst="roundRect">
            <a:avLst>
              <a:gd name="adj" fmla="val 10714"/>
            </a:avLst>
          </a:prstGeom>
          <a:solidFill>
            <a:srgbClr val="1C2430"/>
          </a:solidFill>
          <a:ln w="12700">
            <a:solidFill>
              <a:srgbClr val="1C243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55080" y="4288536"/>
            <a:ext cx="4873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F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transform_encode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pii=masked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4910328"/>
            <a:ext cx="5148072" cy="512064"/>
          </a:xfrm>
          <a:prstGeom prst="roundRect">
            <a:avLst>
              <a:gd name="adj" fmla="val 10714"/>
            </a:avLst>
          </a:prstGeom>
          <a:solidFill>
            <a:srgbClr val="1C2430"/>
          </a:solidFill>
          <a:ln w="12700">
            <a:solidFill>
              <a:srgbClr val="1C243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55080" y="4910328"/>
            <a:ext cx="4873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F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tool_invoked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tool=list_all_users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5577840"/>
            <a:ext cx="5148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events — one request_id links every hop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notebook outcome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200400" cy="4892040"/>
          </a:xfrm>
          <a:prstGeom prst="roundRect">
            <a:avLst>
              <a:gd name="adj" fmla="val 3429"/>
            </a:avLst>
          </a:prstGeom>
          <a:solidFill>
            <a:srgbClr val="1C2430"/>
          </a:solidFill>
          <a:ln w="12700">
            <a:solidFill>
              <a:srgbClr val="1C24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NOTEBOOK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659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CF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20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017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passed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83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failed · 3 N/A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8620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N/A: MFA at the IdP (covered by CIBA), LoA 3 (not implemented in the lab) and expired-certificate rejection (control evidence only).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5394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i="1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19 Sep 2026 against the minikube lab. Evidence: documentation/homologacao-caderno.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23360" y="1371600"/>
            <a:ext cx="2417064" cy="2354580"/>
          </a:xfrm>
          <a:prstGeom prst="roundRect">
            <a:avLst>
              <a:gd name="adj" fmla="val 4660"/>
            </a:avLst>
          </a:prstGeom>
          <a:solidFill>
            <a:srgbClr val="1C2430"/>
          </a:solidFill>
          <a:ln w="12700">
            <a:solidFill>
              <a:srgbClr val="1C24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24528" y="1536192"/>
            <a:ext cx="2014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CT-01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224528" y="1783080"/>
            <a:ext cx="2014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24528" y="23774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24528" y="23774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PASS · 2 N/A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224528" y="2761488"/>
            <a:ext cx="201472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login and tampered JWT refused. LoA 2 is CIBA; LoA 3 is not built.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23304" y="1371600"/>
            <a:ext cx="2417064" cy="2354580"/>
          </a:xfrm>
          <a:prstGeom prst="roundRect">
            <a:avLst>
              <a:gd name="adj" fmla="val 4660"/>
            </a:avLst>
          </a:prstGeom>
          <a:solidFill>
            <a:srgbClr val="1C2430"/>
          </a:solidFill>
          <a:ln w="12700">
            <a:solidFill>
              <a:srgbClr val="1C243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24472" y="1536192"/>
            <a:ext cx="2014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CT-02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824472" y="1783080"/>
            <a:ext cx="2014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Workload identity and mesh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24472" y="23774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FCF25"/>
          </a:solidFill>
          <a:ln w="12700">
            <a:solidFill>
              <a:srgbClr val="FFCF2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24472" y="23774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PASS · 1 N/A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824472" y="2761488"/>
            <a:ext cx="201472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Non-mesh caller refused; direct calls that bypass the PEP are reset.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223248" y="1371600"/>
            <a:ext cx="2417064" cy="2354580"/>
          </a:xfrm>
          <a:prstGeom prst="roundRect">
            <a:avLst>
              <a:gd name="adj" fmla="val 4660"/>
            </a:avLst>
          </a:prstGeom>
          <a:solidFill>
            <a:srgbClr val="1C2430"/>
          </a:solidFill>
          <a:ln w="12700">
            <a:solidFill>
              <a:srgbClr val="1C243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424416" y="1536192"/>
            <a:ext cx="2014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CT-03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424416" y="1783080"/>
            <a:ext cx="2014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to end and latency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424416" y="237744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24416" y="23774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PASS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424416" y="2761488"/>
            <a:ext cx="201472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list_all_users allowed end to end. PDP decision: p50 9 ms, p95 61 ms over 100 calls.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023360" y="3909060"/>
            <a:ext cx="2417064" cy="2354580"/>
          </a:xfrm>
          <a:prstGeom prst="roundRect">
            <a:avLst>
              <a:gd name="adj" fmla="val 4660"/>
            </a:avLst>
          </a:prstGeom>
          <a:solidFill>
            <a:srgbClr val="1C2430"/>
          </a:solidFill>
          <a:ln w="12700">
            <a:solidFill>
              <a:srgbClr val="1C243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24528" y="4073652"/>
            <a:ext cx="2014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CT-04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224528" y="4320540"/>
            <a:ext cx="2014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Denials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224528" y="491490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224528" y="49149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PASS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224528" y="5298948"/>
            <a:ext cx="201472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scope, invalid token and off-catalog tool are all denied.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623304" y="3909060"/>
            <a:ext cx="2417064" cy="2354580"/>
          </a:xfrm>
          <a:prstGeom prst="roundRect">
            <a:avLst>
              <a:gd name="adj" fmla="val 4660"/>
            </a:avLst>
          </a:prstGeom>
          <a:solidFill>
            <a:srgbClr val="1C2430"/>
          </a:solidFill>
          <a:ln w="12700">
            <a:solidFill>
              <a:srgbClr val="1C243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24472" y="4073652"/>
            <a:ext cx="2014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CT-05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824472" y="4320540"/>
            <a:ext cx="2014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Step-up (CIBA)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24472" y="491490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24472" y="49149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824472" y="5298948"/>
            <a:ext cx="201472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LoA detected; Approve releases the call, Cancel aborts it.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9223248" y="3909060"/>
            <a:ext cx="2417064" cy="2354580"/>
          </a:xfrm>
          <a:prstGeom prst="roundRect">
            <a:avLst>
              <a:gd name="adj" fmla="val 4660"/>
            </a:avLst>
          </a:prstGeom>
          <a:solidFill>
            <a:srgbClr val="1C2430"/>
          </a:solidFill>
          <a:ln w="12700">
            <a:solidFill>
              <a:srgbClr val="1C243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424416" y="4073652"/>
            <a:ext cx="2014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CT-06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9424416" y="4320540"/>
            <a:ext cx="2014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and fail-closed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424416" y="491490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424416" y="49149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PASS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9424416" y="5298948"/>
            <a:ext cx="201472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logged as JSON. With OPA down, the PEP denies.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Securing AI agents at runtime</dc:title>
  <dc:subject>PptxGenJS Presentation</dc:subject>
  <dc:creator>PptxGenJS</dc:creator>
  <cp:lastModifiedBy>PptxGenJS</cp:lastModifiedBy>
  <cp:revision>1</cp:revision>
  <dcterms:created xsi:type="dcterms:W3CDTF">2026-09-21T11:34:11Z</dcterms:created>
  <dcterms:modified xsi:type="dcterms:W3CDTF">2026-09-21T11:34:11Z</dcterms:modified>
</cp:coreProperties>
</file>