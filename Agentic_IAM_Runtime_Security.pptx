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Agentic IAM Runtime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566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6C6C6"/>
                </a:solidFill>
                <a:latin typeface="Calibri"/>
              </a:rPr>
              <a:t>Workload identity · Delegated access · Transparent policy enforcement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23620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IBM Security | HashiCorp | Agentic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3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2FF"/>
                </a:solidFill>
                <a:latin typeface="Calibri"/>
              </a:rPr>
              <a:t>AI agents acting on behalf of users — with no identity, no guardrails.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Why Agentic Security Is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9393B"/>
                </a:solidFill>
                <a:latin typeface="Calibri"/>
              </a:rPr>
              <a:t>AI agents are long-running, multi-step 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• They call APIs, read databases, and execute tools — often autonomously.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756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• Traditional human-auth models don't fit: the human logs in once, the agent acts many times.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597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4378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9393B"/>
                </a:solidFill>
                <a:latin typeface="Calibri"/>
              </a:rPr>
              <a:t>Three unsolved gaps in today's AI stacks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5526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• No workload identity — agents run as generic service accounts with over-broad access.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3931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• No delegated access — agents either hold the user's token directly or none at 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023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• No runtime guardrails — prompt injection, PII leakage, and unsafe tool use go unchecked.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074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9145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9393B"/>
                </a:solidFill>
                <a:latin typeface="Calibri"/>
              </a:rPr>
              <a:t>The consequence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202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• A compromised or misbehaving agent can exfiltrate data, execute arbitrary commands,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58698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or act beyond what the user intended — with no audit trail and no kill switch.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3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2FF"/>
                </a:solidFill>
                <a:latin typeface="Calibri"/>
              </a:rPr>
              <a:t>Platform-native identity + delegated access + transparent policy — no agent code changes.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9393B"/>
                </a:solidFill>
                <a:latin typeface="Calibri"/>
              </a:rPr>
              <a:t>Three pillars enforce security at the platform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756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1. Unique Workload 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597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Vault issues an OIDC JWT to each agentic workload from the platform's native identity.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4378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The agent gets its own non-human identity without any application code changes.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278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11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2. Delegated On-Behalf-Of (OBO)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959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IBM Verify combines the user token + workload token into a scoped OBO token.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7997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Downstream tools see who the user is AND which agent is acting for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6402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480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3. Transparent Runtime Guardrails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532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Consul + Envoy intercept every request/response at the network layer.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916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OPA and watsonx.governance evaluate policies — blocking injection, masking PII,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0021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and preventing unsafe tool use — without touching the agent's source 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3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2FF"/>
                </a:solidFill>
                <a:latin typeface="Calibri"/>
              </a:rPr>
              <a:t>Identity flow, service mesh, and policy enforcement — all working together.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End-to-End Request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2468880"/>
            <a:ext cx="1371600" cy="1005840"/>
          </a:xfrm>
          <a:prstGeom prst="rect">
            <a:avLst/>
          </a:prstGeom>
          <a:solidFill>
            <a:srgbClr val="00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26060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783080" y="2468880"/>
            <a:ext cx="1371600" cy="100584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26060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Web 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2468880"/>
            <a:ext cx="1371600" cy="1005840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26060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Policy
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2468880"/>
            <a:ext cx="1371600" cy="1005840"/>
          </a:xfrm>
          <a:prstGeom prst="rect">
            <a:avLst/>
          </a:prstGeom>
          <a:solidFill>
            <a:srgbClr val="FF8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26060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Token
Exchange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2468880"/>
            <a:ext cx="1371600" cy="100584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6060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AI Agent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2468880"/>
            <a:ext cx="1371600" cy="1005840"/>
          </a:xfrm>
          <a:prstGeom prst="rect">
            <a:avLst/>
          </a:prstGeom>
          <a:solidFill>
            <a:srgbClr val="00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26060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user-mcp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55480" y="2468880"/>
            <a:ext cx="1371600" cy="100584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26060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Vault +
Database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2999232"/>
            <a:ext cx="182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54680" y="2999232"/>
            <a:ext cx="182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09160" y="2999232"/>
            <a:ext cx="182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999232"/>
            <a:ext cx="182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18120" y="2999232"/>
            <a:ext cx="182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72600" y="2999232"/>
            <a:ext cx="182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" y="36576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6C6C6"/>
                </a:solidFill>
                <a:latin typeface="Calibri"/>
              </a:rPr>
              <a:t>OAuth Login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36576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6C6C6"/>
                </a:solidFill>
                <a:latin typeface="Calibri"/>
              </a:rPr>
              <a:t>Govern
Request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36576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6C6C6"/>
                </a:solidFill>
                <a:latin typeface="Calibri"/>
              </a:rPr>
              <a:t>OBO Token
Exchange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36576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6C6C6"/>
                </a:solidFill>
                <a:latin typeface="Calibri"/>
              </a:rPr>
              <a:t>Workload
Identity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6576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6C6C6"/>
                </a:solidFill>
                <a:latin typeface="Calibri"/>
              </a:rPr>
              <a:t>Scope-bound
Tool Call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6576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6C6C6"/>
                </a:solidFill>
                <a:latin typeface="Calibri"/>
              </a:rPr>
              <a:t>Vault Dynamic
Creds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0350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8A8A8"/>
                </a:solidFill>
                <a:latin typeface="Calibri"/>
              </a:rPr>
              <a:t>Every arrow in this flow is mTLS-encrypted via Consul service mesh  |  Policy enforcement is transparent — no agent code changes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Policy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9393B"/>
                </a:solidFill>
                <a:latin typeface="Calibri"/>
              </a:rPr>
              <a:t>Every agent request passes through a policy boundary before reaching downstream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756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Gate 01 · Pre-flight (inbound prompt)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597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OPA evaluates: is_injection? + is_unsafe_code?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4378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Consul/Envoy Lua filter calls /evaluate on opa-gov-api.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278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Blocked requests return HTTP 400 before reaching the agent.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11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959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Authorization · Between Gate 01 and the tool 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7997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token-exchange checks user groups against scope requirements.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6402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users.read requires group: readonly or admin.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480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users.write requires group: admin.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532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HTTP 403 fires inline — no OBO token is minted.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916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0021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Gate 02 · Post-flight (outbound response)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68426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OPA evaluates: has_pii? — SSNs, emails, card numbers are masked.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706831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Consul/Envoy Lua filter calls /mask on opa-gov-api.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7452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Sensitive data never leaves the runtime boundary.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3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Workload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2FF"/>
                </a:solidFill>
                <a:latin typeface="Calibri"/>
              </a:rPr>
              <a:t>How an AI agent gets its own non-human identity at runtime.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Platform Identity → Vault OIDC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097280"/>
            <a:ext cx="36576" cy="5303520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D79"/>
                </a:solidFill>
                <a:latin typeface="Calibri"/>
              </a:rPr>
              <a:t>Platform-native identity (input)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Kubernetes ServiceAccount 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756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injected automatically by the scheduler.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5973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4378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Vault Agent Injector reads the SA token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278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and authenticates to Vault on behalf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6118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of the workload — zero secrets in code.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9959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37997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Result: workload receives a Vault-issued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6402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OIDC JWT at a well-known file path: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1480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/vault/secrets/actor-token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2344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D79"/>
                </a:solidFill>
                <a:latin typeface="Calibri"/>
              </a:rPr>
              <a:t>Vault-issued OIDC JWT (output)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69164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Subject (sub): the specific workload,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07568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e.g. ai-agent/prod/instance-42.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459736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843784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Signed by Vault's OIDC provider 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22783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verifiable by IBM Verify's JWKS endpoint.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61188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99592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Short-lived + rotated automatically.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379976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No long-lived shared secrets.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764024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14807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Used as the actor_token in the OBO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53212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exchange — proving which agent is acting.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3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Delegated Access (OBO)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2FF"/>
                </a:solidFill>
                <a:latin typeface="Calibri"/>
              </a:rPr>
              <a:t>IBM Verify On-Behalf-Of token exchange — who is the user, and which agent acts for them.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On-Behalf-Of Token Exchange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9393B"/>
                </a:solidFill>
                <a:latin typeface="Calibri"/>
              </a:rPr>
              <a:t>OAuth 2.0 Token Exchange (RFC 8693) via IBM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756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Inputs to the token-exchange service: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597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subject_token  — the user's IBM Verify access token (from the web-app login)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4378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actor_token    — the agent's Vault-issued OIDC JWT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278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scope          — the specific permission needed (users.read / users.write)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11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959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What IBM Verify does: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7997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1. Validates both tokens (signature, expiry, audience).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6402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2. Checks that the requesting user's groups satisfy the requested scope.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480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3. If all checks pass → issues a scoped OBO token.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532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4. If group check fails → HTTP 403 (no OBO minted, logged, audited).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916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0021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How downstream tools use the OBO: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68426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user-mcp validates the OBO JWT against IBM Verify's JWKS.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706831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user-mcp then calls Vault to mint a Postgres credential scoped to the 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7452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that matches the OBO scope (users.read role ↔ users-read Vault DB role).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78364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Credential is short-lived — expires when the OBO expires.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3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Runtime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2FF"/>
                </a:solidFill>
                <a:latin typeface="Calibri"/>
              </a:rPr>
              <a:t>OPA + watsonx.governance + Consul/Envoy — transparent enforcement, no code changes.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Two Policy Engines, One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097280"/>
            <a:ext cx="36576" cy="5303520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A3FFC"/>
                </a:solidFill>
                <a:latin typeface="Calibri"/>
              </a:rPr>
              <a:t>OPA (Open Policy Agent)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Language: Rego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756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5973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Detects: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4378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• Prompt injection (role-override patterns)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278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• Unsafe code execution (shell-like commands)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6118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• PII in responses (SSN, email, card numbers)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9959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37997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Exposed via opa-gov-api: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6402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POST /evaluate → {is_injection, is_unsafe}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1480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POST /mask     → redacted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5321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9161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Policies stored in Vault KV v2,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30021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hot-reloaded into OPA by vault-agent sidecar.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68426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No pod restart on policy change.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2344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A3FFC"/>
                </a:solidFill>
                <a:latin typeface="Calibri"/>
              </a:rPr>
              <a:t>watsonx.governance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69164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Language: IBM AI safety detectors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07568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459736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Detects: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843784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• Hate speech + harmful content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22783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• Jailbreak / adversarial prompts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61188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• Sensitive topic violations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99592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• PII (complementary to OPA)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379976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764024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Exposed via wx-gov-api: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14807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POST /evaluate  (same contract as OPA)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53212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POST /mask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91616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6300216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Drop-in swap for OPA at the Consul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6684264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ServiceDefaults level — no agent changes.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MCP Tool Authorization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9393B"/>
                </a:solidFill>
                <a:latin typeface="Calibri"/>
              </a:rPr>
              <a:t>Data-driven authorization for MCP tool calls (opa-mcp-auth)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756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Problem: the AI agent can discover and call any tool on any MCP server.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597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Solution: an OPA policy + Vault KV v2 catalog restricts which agents can call which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4378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278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Catalog entry (stored in Vault):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11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source-agent   → ai-agent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959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destination    → user-mcp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7997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allowed tools  → [list_all_users, search_users_by_first_name]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6402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480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How it works: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532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1. user-mcp's ext_authz wiring sends the inbound MCP call to OPA.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916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2. OPA evaluates: is (source, destination, tool) in the catalog?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0021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3. If not → HTTP 403 before the tool function even runs.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68426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4. Vault Agent hot-reloads the catalog with --watch — no pod restart.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706831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7452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Operator UI (consul-mcp-authz):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78364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Rules list · View/Edit · New Rule · History/Rollback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822045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Live tools/list discovery from the running MCP server.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3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Key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2FF"/>
                </a:solidFill>
                <a:latin typeface="Calibri"/>
              </a:rPr>
              <a:t>A tour of the services that make up this demo.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Repository Components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1188720"/>
            <a:ext cx="3749039" cy="100584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23444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web-app/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554480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Calibri"/>
              </a:rPr>
              <a:t>Next.js 15 + React 19 + IBM Carbon
OAuth login · streaming AI chat · token inspector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51375" y="1188720"/>
            <a:ext cx="3749039" cy="1005840"/>
          </a:xfrm>
          <a:prstGeom prst="rect">
            <a:avLst/>
          </a:prstGeom>
          <a:solidFill>
            <a:srgbClr val="00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42815" y="123444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ai-agent/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42815" y="1554480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Calibri"/>
              </a:rPr>
              <a:t>FastAPI + LangChain
Streaming chat · OBO identity · tool execution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01582" y="1188720"/>
            <a:ext cx="3749039" cy="1005840"/>
          </a:xfrm>
          <a:prstGeom prst="rect">
            <a:avLst/>
          </a:prstGeom>
          <a:solidFill>
            <a:srgbClr val="00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2" y="123444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user-mcp/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3022" y="1554480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Calibri"/>
              </a:rPr>
              <a:t>FastMCP server
User-mgmt tools · JWT validation · scope enforcement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377440"/>
            <a:ext cx="3749039" cy="1005840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242316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token-exchange/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2743200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Calibri"/>
              </a:rPr>
              <a:t>Identity broker
OBO token exchange with IBM Verify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51375" y="2377440"/>
            <a:ext cx="3749039" cy="1005840"/>
          </a:xfrm>
          <a:prstGeom prst="rect">
            <a:avLst/>
          </a:prstGeom>
          <a:solidFill>
            <a:srgbClr val="FF8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42815" y="242316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opa-gov-api/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2815" y="2743200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Calibri"/>
              </a:rPr>
              <a:t>OPA wrapper
POST /evaluate (injection + unsafe) · POST /mask (PII)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01582" y="2377440"/>
            <a:ext cx="3749039" cy="1005840"/>
          </a:xfrm>
          <a:prstGeom prst="rect">
            <a:avLst/>
          </a:prstGeom>
          <a:solidFill>
            <a:srgbClr val="FF8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3022" y="242316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wx-gov-api/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2" y="2743200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Calibri"/>
              </a:rPr>
              <a:t>watsonx.governance
Runtime guardrails via IBM AI safety APIs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3566160"/>
            <a:ext cx="3749039" cy="100584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" y="361188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consul-mcp-authz/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3931920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Calibri"/>
              </a:rPr>
              <a:t>MCP authz catalog
CRUD operator UI · live tools/list discovery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51375" y="3566160"/>
            <a:ext cx="3749039" cy="100584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2815" y="361188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opa-policy-studio/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42815" y="3931920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Calibri"/>
              </a:rPr>
              <a:t>Policy Studio UI
Browser-based Rego authoring + evaluation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01582" y="3566160"/>
            <a:ext cx="3749039" cy="1005840"/>
          </a:xfrm>
          <a:prstGeom prst="rect">
            <a:avLst/>
          </a:prstGeom>
          <a:solidFill>
            <a:srgbClr val="393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3022" y="361188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infra/ + deploy-k8s/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2" y="3931920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Calibri"/>
              </a:rPr>
              <a:t>Terraform · K8s manifests · Consul mesh · Vault configs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3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Observability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2FF"/>
                </a:solidFill>
                <a:latin typeface="Calibri"/>
              </a:rPr>
              <a:t>Structured logs, metrics, and policy audit trails across every enforcement point.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Observability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9393B"/>
                </a:solidFill>
                <a:latin typeface="Calibri"/>
              </a:rPr>
              <a:t>Structured JSON logging — every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Standard fields: timestamp · level · hostname · request_id · http_method ·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756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Sensitive fields excluded: user token · OBO token · Vault 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597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Key events: request_received · token_cache_hit/miss · identity_broker_call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4378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            agent_execution · policy_decision · response_sent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278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11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9393B"/>
                </a:solidFill>
                <a:latin typeface="Calibri"/>
              </a:rPr>
              <a:t>Metrics exposed via OpenTelemetry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023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opa_violations_total {rule=injection|unsafe_code|pii}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074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token_exchange_duration_seconds · token_cache_hit_ratio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9145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mcp_tool_authz_decisions_total {allowed|denied}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7550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5595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9393B"/>
                </a:solidFill>
                <a:latin typeface="Calibri"/>
              </a:rPr>
              <a:t>Consul service mesh telemetry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9710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Per-service request counts, error rates, and latency histograms.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55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Intention-denial events visible in Consul ACL audit logs.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7391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712317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9393B"/>
                </a:solidFill>
                <a:latin typeface="Calibri"/>
              </a:rPr>
              <a:t>Grafana dashboards (deploy-k8s/dashboard*.json)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753465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Pre-built dashboards for agent protection metrics.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791870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Importable into any Grafana instance pointing at the cluster's Prometheus.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3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2FF"/>
                </a:solidFill>
                <a:latin typeface="Calibri"/>
              </a:rPr>
              <a:t>Kubernetes + Consul + Vault — provisioned with Terraform, deployed with manifests.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Infrastructure &amp;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097280"/>
            <a:ext cx="36576" cy="5303520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8038"/>
                </a:solidFill>
                <a:latin typeface="Calibri"/>
              </a:rPr>
              <a:t>Provision (infra/)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Terraform modules on AWS: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756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module.common    — VPC, IAM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5973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module.servers   — Vault + Consul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4378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module.consul_client_k8s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278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module.observability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6118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9959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Base AMI built with Packer: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37997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Vault + Consul + Nomad pre-installed.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6402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1480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Vault configured as: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5321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• Kubernetes JWT auth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9161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• OIDC identity provider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30021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• Dynamic Postgres credential issuer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68426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• OPA policy bundle store (KV v2)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2344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8038"/>
                </a:solidFill>
                <a:latin typeface="Calibri"/>
              </a:rPr>
              <a:t>Deploy (deploy-k8s/)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69164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Deployment order: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07568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1. Consul base configuration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459736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2. token-exchange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843784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3. user-mcp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22783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4. ai-agent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61188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5. web-app (Next.js + Carbon)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99592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6. OPA + opa-gov-api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379976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7. wx-gov-api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764024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8. opa-mcp-auth (MCP authz)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14807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9. consul-mcp-authz (operator UI)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53212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10. Service intentions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91616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6300216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All services run with Vault Agent sidecar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6684264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9393B"/>
                </a:solidFill>
                <a:latin typeface="Calibri"/>
              </a:rPr>
              <a:t>    and Envoy sidecar (Consul connect-inject).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3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2FF"/>
                </a:solidFill>
                <a:latin typeface="Calibri"/>
              </a:rPr>
              <a:t>What this demo proves — and why it matters for production AI systems.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This Demo Proves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9393B"/>
                </a:solidFill>
                <a:latin typeface="Calibri"/>
              </a:rPr>
              <a:t>Workload Identity — solved without code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Vault issues each agentic workload a unique, short-lived OIDC JWT.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756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No shared secrets. No static credentials. Automatic rotation.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597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4378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9393B"/>
                </a:solidFill>
                <a:latin typeface="Calibri"/>
              </a:rPr>
              <a:t>Delegated Access — the right scopes, nothing more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5526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OBO token exchange binds user intent to agent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3931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Group-based scope enforcement at the identity broker — not in the agent.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023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Vault dynamic credentials ensure DB access is scoped and ephemeral.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074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9145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9393B"/>
                </a:solidFill>
                <a:latin typeface="Calibri"/>
              </a:rPr>
              <a:t>Runtime Guardrails — transparent and pluggable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202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Consul/Envoy intercepts all traffic — agent code is unmodified.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58698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OPA and watsonx.governance evaluate every prompt and response.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9710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MCP tool authorization prevents lateral movement across tool servers.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55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7391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9393B"/>
                </a:solidFill>
                <a:latin typeface="Calibri"/>
              </a:rPr>
              <a:t>Key 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71506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Security is enforced by the platform, not by the AI application.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753465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Swapping policy engines (OPA ↔ watsonx.governance) is a config change.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791870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393B"/>
                </a:solidFill>
                <a:latin typeface="Calibri"/>
              </a:rPr>
              <a:t>       Auditors see every policy decision — before it reaches production.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Secure AI Agents,
End-to-End.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6C6C6"/>
                </a:solidFill>
                <a:latin typeface="Calibri"/>
              </a:rPr>
              <a:t>Workload identity · Delegated access · Transparent policy enforcement
No AI agent code changes required.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github.com/guybarros/ai-iam-guardrails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