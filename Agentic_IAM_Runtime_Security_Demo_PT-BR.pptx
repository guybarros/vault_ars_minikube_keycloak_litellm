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Este é um laboratório funcional (minikube) que mostra como um agente de IA pode ter identidade própria, agir em nome de um usuário e ser governado em cada hop — sem modificar o código do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 o risco. Agentes chamam ferramentas e acessam dados. Hoje a maioria roda com uma chave compartilhada ou com a sessão do usuário, então identidade, autorização e auditoria se perdem.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blocos. A ideia central é que nenhum deles vive dentro do agente: são serviços da plataforma, aplicados de forma uniforme e sem como serem contornados por um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de cima é o caminho da requisição; a de baixo mostra em que cada hop se apoia. No lab local o Vault também é a autoridade certificadora da malha. O Postgres fica atrás do Vault e do user-mcp.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os seis passos. Enfatize que o agente nunca guarda uma senha de banco e nunca decide as próprias permissões.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Personas da demo: user/user para listar, writer/writer mais a página de aprovação CIBA em :8082 para criar. Update é silencioso neste lab; só create e delete exigem aprovação.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separação é o ponto: o gateway nunca é dono das regras e o OPA nunca toca o tráfego. O guardrail de prompt injection só é efetivo com o OPA acessível; o filtro Lua no ai-agent não é aplicado pelo make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de negócio: menor raio de impacto, evidência pronta para auditoria e adoção mais rápida, pois as equipes de aplicação não precisam embutir segurança em cada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ao vivo ao lado do web app em :8080. Ele acompanha o kubectl logs e envia ao navegador, então cada clique gera decisões de política visíveis.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do caderno de testes de segurança executado em 19 set 2026: 17 de 20 casos aprovados, 3 N/A e nenhuma falha. Seja transparente sobre os N/A: o realm da demo não tem MFA no login (LoA 2 é o step-up CIBA), não há LoA 3 e a expiração de certificado é mostrada como evidência de controle (o Vault é a Connect CA). Duas notas se perguntarem: o caso de JWT expirado foi negado pela verificação de assinatura, não por erro de expiração; e após a aprovação CIBA o create_user chegou ao user-mcp mas foi rejeitado pela validação de e-mail no domínio reservado example.test, então nenhum usuário foi criado nessa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SEGURANÇA IAM PARA AGENTES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Protegendo agentes de IA em tempo de execução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única, acesso delegado e aplicação de políticas — sem alterar o agente.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0"/>
            <a:ext cx="1243584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5875">
            <a:solidFill>
              <a:srgbClr val="FFCF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4864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75104" y="5486400"/>
            <a:ext cx="886968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5875">
            <a:solidFill>
              <a:srgbClr val="FFCF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75104" y="548640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44952" y="548640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5875">
            <a:solidFill>
              <a:srgbClr val="FFCF2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4952" y="5486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33672" y="5486400"/>
            <a:ext cx="1124712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5875">
            <a:solidFill>
              <a:srgbClr val="FFCF2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33672" y="5486400"/>
            <a:ext cx="1124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41264" y="5486400"/>
            <a:ext cx="649224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5875">
            <a:solidFill>
              <a:srgbClr val="FFCF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41264" y="5486400"/>
            <a:ext cx="64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1463040"/>
            <a:ext cx="3383280" cy="338328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240280"/>
            <a:ext cx="16459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agem com poder real — com identidade emprestada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44824" cy="3429000"/>
          </a:xfrm>
          <a:prstGeom prst="roundRect">
            <a:avLst>
              <a:gd name="adj" fmla="val 32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o agente?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de API compartilhadas ou a sessão emprestada do usuário. Ninguém sabe qual agente fez o quê.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22064" y="1600200"/>
            <a:ext cx="3544824" cy="3429000"/>
          </a:xfrm>
          <a:prstGeom prst="roundRect">
            <a:avLst>
              <a:gd name="adj" fmla="val 32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6384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264" y="20574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6384" y="27889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faz?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96384" y="333756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induzido por prompt injection pode chamar qualquer ferramenta permitida pelas credenciais — de ler PII a apagar usuários.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95488" y="1600200"/>
            <a:ext cx="3544824" cy="3429000"/>
          </a:xfrm>
          <a:prstGeom prst="roundRect">
            <a:avLst>
              <a:gd name="adj" fmla="val 32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9808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688" y="2057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9808" y="27889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Dá para provar?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9808" y="333756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 ficam espalhadas pelos aplicativos. Não há uma trilha única do clique do usuário até a consulta ao banco.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14400" y="53035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agente vira o elo mais fraco do seu modelo de IAM.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abordagem: aplicar controles fora do agente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1468" cy="370332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· Vault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20528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entra pelo Keycloak. Cada workload de agente recebe sua própria identidade OIDC não humana do Vault.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78708" y="1600200"/>
            <a:ext cx="2601468" cy="370332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3028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3028" y="278892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653028" y="320040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53028" y="3611880"/>
            <a:ext cx="20528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na entrada, mTLS com identidades SPIFFE entre serviços. Só workloads nomeados conversam.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08776" y="1600200"/>
            <a:ext cx="2601468" cy="370332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83096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0574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83096" y="278892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483096" y="320040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· OPA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83096" y="3611880"/>
            <a:ext cx="20528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LiteLLM intercepta cada chamada de IA e de tool (PEP). O OPA decide (PDP): catálogo, scopes, aprovação humana.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038844" y="1600200"/>
            <a:ext cx="2601468" cy="370332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13164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044" y="20574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13164" y="278892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Segredos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9313164" y="320040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313164" y="3611880"/>
            <a:ext cx="20528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de banco por requisição e mascaramento de PII. Nada de longa duração para roubar.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código de agente. Garantias diferentes.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peças se encaixam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26280"/>
          </a:xfrm>
          <a:prstGeom prst="roundRect">
            <a:avLst>
              <a:gd name="adj" fmla="val 3030"/>
            </a:avLst>
          </a:prstGeom>
          <a:solidFill>
            <a:srgbClr val="F2F4F6"/>
          </a:solidFill>
          <a:ln w="15875">
            <a:solidFill>
              <a:srgbClr val="0F8B8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Malha Consul — mTLS e identidade SPIFFE em cada hop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327148" cy="1143000"/>
          </a:xfrm>
          <a:prstGeom prst="roundRect">
            <a:avLst>
              <a:gd name="adj" fmla="val 8000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94560"/>
            <a:ext cx="20528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entra; chat em streaming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186684" y="2766060"/>
            <a:ext cx="338328" cy="0"/>
          </a:xfrm>
          <a:prstGeom prst="line">
            <a:avLst/>
          </a:prstGeom>
          <a:noFill/>
          <a:ln w="25400">
            <a:solidFill>
              <a:srgbClr val="10151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86534" y="3337560"/>
            <a:ext cx="0" cy="1097280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22960" y="4434840"/>
            <a:ext cx="23271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43484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Keycloak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troca on-behalf-of, aprovação CIBA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561588" y="2194560"/>
            <a:ext cx="2327148" cy="1143000"/>
          </a:xfrm>
          <a:prstGeom prst="roundRect">
            <a:avLst>
              <a:gd name="adj" fmla="val 8000"/>
            </a:avLst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98748" y="2194560"/>
            <a:ext cx="20528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LiteLLM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· PEP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25312" y="2766060"/>
            <a:ext cx="338328" cy="0"/>
          </a:xfrm>
          <a:prstGeom prst="line">
            <a:avLst/>
          </a:prstGeom>
          <a:noFill/>
          <a:ln w="25400">
            <a:solidFill>
              <a:srgbClr val="10151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25162" y="3337560"/>
            <a:ext cx="0" cy="1097280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561588" y="4434840"/>
            <a:ext cx="23271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98748" y="443484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PDP: catálogo de tools, scopes, regras de step-up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00216" y="2194560"/>
            <a:ext cx="2327148" cy="1143000"/>
          </a:xfrm>
          <a:prstGeom prst="roundRect">
            <a:avLst>
              <a:gd name="adj" fmla="val 8000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37376" y="2194560"/>
            <a:ext cx="20528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e escolhe a tool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663940" y="2766060"/>
            <a:ext cx="338328" cy="0"/>
          </a:xfrm>
          <a:prstGeom prst="line">
            <a:avLst/>
          </a:prstGeom>
          <a:noFill/>
          <a:ln w="25400">
            <a:solidFill>
              <a:srgbClr val="10151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63790" y="3337560"/>
            <a:ext cx="0" cy="1097280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300216" y="4434840"/>
            <a:ext cx="23271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37376" y="443484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token-exchange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+ identidade do agente → JWT com scope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038844" y="2194560"/>
            <a:ext cx="2327148" cy="1143000"/>
          </a:xfrm>
          <a:prstGeom prst="roundRect">
            <a:avLst>
              <a:gd name="adj" fmla="val 8000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76004" y="2194560"/>
            <a:ext cx="20528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user-mcp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 tool (SQL)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0202418" y="3337560"/>
            <a:ext cx="0" cy="1097280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038844" y="4434840"/>
            <a:ext cx="23271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F8B8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76004" y="443484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do agente, credenciais Postgres, máscara de PII, CA da malha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Acompanhe uma requisição: “list users”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Usuário faz login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Keycloak autentica o usuário; o API gateway do Consul termina o TLS em :8080.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06324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workloads conhecidos entram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LiteLLM admite as identidades web e ai-agent (SPIFFE) e rejeita todas as outras.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572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52628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recebe token delegado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token-exchange troca o JWT do usuário e a identidade do agente emitida pelo Vault por um token curto e com scope (RFC 8693).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23076" y="164592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3076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146036" y="160020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chamada de tool é decidida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LiteLLM valida o JWT e pergunta ao OPA: a tool está no catálogo, os scopes estão certos, precisa de aprovação?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23076" y="310896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3076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146036" y="306324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Segredos criados por requisição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user-mcp pede ao Vault credenciais Postgres válidas só para esta chamada; PII é mascarada, exceto para admin.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23076" y="457200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23076" y="4572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146036" y="452628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 e rastreio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lease é revogado, a resposta volta ao navegador e cada hop é registrado sob um único request_id.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agente, quatro resultados diferentes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1468" cy="443484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Leitor pede: list users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token traz users.read e o catálogo permite a tool.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25780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257800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· PII mascarada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78708" y="1600200"/>
            <a:ext cx="2601468" cy="443484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3028" y="1874520"/>
            <a:ext cx="731520" cy="7315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20574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3028" y="27889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pede: list users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653028" y="361188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chamador está no grupo admin, então o mascaramento do Vault Transform é ignorado.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653028" y="525780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53028" y="5257800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· PII em claro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08776" y="1600200"/>
            <a:ext cx="2601468" cy="443484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83096" y="1874520"/>
            <a:ext cx="731520" cy="7315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0574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83096" y="27889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Writer pede: create user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483096" y="361188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OPA marca create_user para step-up. Um humano aprova via Keycloak CIBA.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483096" y="525780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83096" y="5257800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· humano aprova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038844" y="1600200"/>
            <a:ext cx="2601468" cy="443484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13164" y="1874520"/>
            <a:ext cx="731520" cy="7315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044" y="205740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13164" y="27889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do catálogo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9313164" y="361188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desconhecida ou scope ausente: a chamada nunca chega ao user-mcp nem ao banco.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9313164" y="525780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313164" y="5257800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decisão: um executor, uma política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44824" cy="594360"/>
          </a:xfrm>
          <a:prstGeom prst="roundRect">
            <a:avLst>
              <a:gd name="adj" fmla="val 15385"/>
            </a:avLst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  </a:t>
            </a:r>
            <a:pPr indent="0" marL="0">
              <a:buNone/>
            </a:pPr>
            <a:r>
              <a:rPr lang="en-US" sz="14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 o hop e aplica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22064" y="1463040"/>
            <a:ext cx="3544824" cy="594360"/>
          </a:xfrm>
          <a:prstGeom prst="roundRect">
            <a:avLst>
              <a:gd name="adj" fmla="val 15385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04944" y="1463040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PDP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a decisão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095488" y="1463040"/>
            <a:ext cx="3544824" cy="594360"/>
          </a:xfrm>
          <a:prstGeom prst="roundRect">
            <a:avLst>
              <a:gd name="adj" fmla="val 1538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78368" y="1463040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 </a:t>
            </a:r>
            <a:pPr indent="0" marL="0">
              <a:buNone/>
            </a:pPr>
            <a:r>
              <a:rPr lang="en-US" sz="14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após a decisão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566160"/>
                <a:gridCol w="414223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Aplicada por (PEP)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Decidida por (PDP / política)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fala com quem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Sidecar Envoy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 Service Intentions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Admissão no AI 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(auth SPIFFE)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Allow-list SPIFFE: web, ai-agent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 tool, qual 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tools/call do LiteLLM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 mcp.pep + catálogo no Vault KV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Aprovação humana (step-up)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consulta o CIBA do Keycloak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ciba_tools do OPA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ao banco e PII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user-mcp + Vault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do Vault + Transform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(opcional)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 de conteúdo do LiteLLM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 via opa-gov-api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7335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821942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7335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única por agente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workload recebe identidade não humana própria do Vault. Sem chaves de API compartilhadas.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2064" y="141732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6384" y="167335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974" y="1821942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27904" y="167335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Delegado, não emprestado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96384" y="242316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on-behalf-of (RFC 8693) levam os direitos do usuário, uma audiência e vida curta.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95488" y="141732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9808" y="167335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398" y="1821942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01328" y="167335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mudança no código do agente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9808" y="242316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controles ficam na malha, no gateway e no Vault; o app do agente continua igual.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05079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199382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05079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privilégio a cada chamada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80060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scopes são checados em cada tools/call; ações de risco exigem um humano.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22064" y="379476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6384" y="405079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974" y="4199382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27904" y="405079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Segredos que expiram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96384" y="480060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Postgres por requisição, leases revogados, PII mascarada por padrão.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095488" y="379476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69808" y="405079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398" y="4199382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01328" y="405079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como dado, rastreável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69808" y="480060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Rego ficam no Vault e recarregam a quente. Cada hop é registrado por request_id.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Provas, não promessas: o hop viewer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/ hops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hop com o PEP enforce e a política PDP.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346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por requisição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eventos correlacionados por request_id.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457200" cy="45720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233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Vault / OBO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token, credenciais de banco, Transform, decisões.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49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hop-logs → http://127.0.0.1:8753/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600200"/>
            <a:ext cx="5696712" cy="4526280"/>
          </a:xfrm>
          <a:prstGeom prst="roundRect">
            <a:avLst>
              <a:gd name="adj" fmla="val 2424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783080"/>
            <a:ext cx="1624584" cy="365760"/>
          </a:xfrm>
          <a:prstGeom prst="rect">
            <a:avLst/>
          </a:prstGeom>
          <a:solidFill>
            <a:srgbClr val="FFCF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/ hops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33944" y="1783080"/>
            <a:ext cx="1624584" cy="365760"/>
          </a:xfrm>
          <a:prstGeom prst="rect">
            <a:avLst/>
          </a:prstGeom>
          <a:solidFill>
            <a:srgbClr val="1C24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por requisição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49968" y="1783080"/>
            <a:ext cx="1624584" cy="365760"/>
          </a:xfrm>
          <a:prstGeom prst="rect">
            <a:avLst/>
          </a:prstGeom>
          <a:solidFill>
            <a:srgbClr val="1C24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Vault / OBO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423160"/>
            <a:ext cx="5148072" cy="512064"/>
          </a:xfrm>
          <a:prstGeom prst="roundRect">
            <a:avLst>
              <a:gd name="adj" fmla="val 1071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2423160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pdp_decision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tool=list_all_users decision=allow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044952"/>
            <a:ext cx="5148072" cy="512064"/>
          </a:xfrm>
          <a:prstGeom prst="roundRect">
            <a:avLst>
              <a:gd name="adj" fmla="val 1071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044952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jwt_identity_bound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sub=user aud=user-mcp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666744"/>
            <a:ext cx="5148072" cy="512064"/>
          </a:xfrm>
          <a:prstGeom prst="roundRect">
            <a:avLst>
              <a:gd name="adj" fmla="val 1071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3666744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vault_db_creds_issued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role=user-mcp-read-role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288536"/>
            <a:ext cx="5148072" cy="512064"/>
          </a:xfrm>
          <a:prstGeom prst="roundRect">
            <a:avLst>
              <a:gd name="adj" fmla="val 1071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4288536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transform_encode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pii=masked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910328"/>
            <a:ext cx="5148072" cy="512064"/>
          </a:xfrm>
          <a:prstGeom prst="roundRect">
            <a:avLst>
              <a:gd name="adj" fmla="val 1071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4910328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tool_invoked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tool=list_all_users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557784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ilustrativos — um request_id liga todos os hops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do caderno de testes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00400" cy="4892040"/>
          </a:xfrm>
          <a:prstGeom prst="roundRect">
            <a:avLst>
              <a:gd name="adj" fmla="val 3429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 DE TESTES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C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20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aprovados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falhas · 3 N/A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N/A: MFA no IdP (coberto pelo CIBA), LoA 3 (não implementado no lab) e rejeição de certificado expirado (apenas evidência de controle).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394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em 19 set 2026 no lab minikube. Evidências: documentation/homologacao-caderno.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137160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24528" y="153619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24528" y="178308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24528" y="2377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4528" y="2377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 · 2 N/A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24528" y="276148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inválido e JWT adulterado recusados. LoA 2 é o CIBA; LoA 3 não existe.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3304" y="137160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24472" y="153619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24472" y="178308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de workload e malha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24472" y="2377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24472" y="2377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 · 1 N/A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24472" y="276148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Chamador fora da malha recusado; chamadas diretas que contornam o PEP são derrubadas.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223248" y="137160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24416" y="153619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24416" y="178308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Ponta a ponta e latência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424416" y="23774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24416" y="23774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424416" y="276148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list_all_users permitido ponta a ponta. Decisão do PDP: p50 9 ms, p95 61 ms em 100 chamadas.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023360" y="390906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24528" y="407365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224528" y="432054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Negações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24528" y="49149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24528" y="49149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224528" y="529894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ausente, token inválido e tool fora do catálogo são negados.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23304" y="390906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24472" y="407365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24472" y="432054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Step-up (CIBA)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24472" y="49149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24472" y="49149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24472" y="529894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 insuficiente detectado; Approve libera a chamada, Cancel a aborta.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223248" y="390906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24416" y="407365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CT-06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424416" y="432054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e fail-closed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424416" y="49149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24416" y="49149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424416" y="529894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decisão registrada em JSON. Com o OPA fora, o PEP nega.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Protegendo agentes de IA em tempo de execução</dc:title>
  <dc:subject>PptxGenJS Presentation</dc:subject>
  <dc:creator>PptxGenJS</dc:creator>
  <cp:lastModifiedBy>PptxGenJS</cp:lastModifiedBy>
  <cp:revision>1</cp:revision>
  <dcterms:created xsi:type="dcterms:W3CDTF">2026-09-21T11:34:11Z</dcterms:created>
  <dcterms:modified xsi:type="dcterms:W3CDTF">2026-09-21T11:34:11Z</dcterms:modified>
</cp:coreProperties>
</file>